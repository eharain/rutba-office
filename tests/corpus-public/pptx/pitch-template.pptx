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5480"/>
            <a:ext cx="91440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001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endParaRPr lang="en-US" sz="4400" b="1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838200" y="2202180"/>
            <a:ext cx="10515600" cy="3684270"/>
          </a:xfrm>
          <a:prstGeom prst="rect">
            <a:avLst/>
          </a:prstGeom>
        </p:spPr>
        <p:txBody>
          <a:bodyPr anchor="t"/>
          <a:lstStyle/>
          <a:p>
            <a:pPr algn="l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marL="342900" indent="-342900" algn="l">
        <a:buChar char="•"/>
        <a:defRPr sz="2000">
          <a:solidFill>
            <a:schemeClr val="tx1"/>
          </a:solidFill>
          <a:latin typeface="+mn-lt"/>
        </a:defRPr>
      </a:lvl1pPr>
      <a:lvl2pPr marL="685800" indent="-342900" algn="l">
        <a:buChar char="•"/>
        <a:defRPr sz="1800">
          <a:solidFill>
            <a:schemeClr val="tx1"/>
          </a:solidFill>
          <a:latin typeface="+mn-lt"/>
        </a:defRPr>
      </a:lvl2pPr>
      <a:lvl3pPr marL="1028700" indent="-342900" algn="l">
        <a:buChar char="•"/>
        <a:defRPr sz="1600">
          <a:solidFill>
            <a:schemeClr val="tx1"/>
          </a:solidFill>
          <a:latin typeface="+mn-lt"/>
        </a:defRPr>
      </a:lvl3pPr>
      <a:lvl4pPr marL="1371600" indent="-342900" algn="l">
        <a:buChar char="•"/>
        <a:defRPr sz="1400">
          <a:solidFill>
            <a:schemeClr val="tx1"/>
          </a:solidFill>
          <a:latin typeface="+mn-lt"/>
        </a:defRPr>
      </a:lvl4pPr>
      <a:lvl5pPr marL="1714500" indent="-342900" algn="l">
        <a:buChar char="•"/>
        <a:defRPr sz="1400">
          <a:solidFill>
            <a:schemeClr val="tx1"/>
          </a:solidFill>
          <a:latin typeface="+mn-lt"/>
        </a:defRPr>
      </a:lvl5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 xml:space="preserve">Company</a:t>
            </a:r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 xml:space="preserve">One line about what you 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problem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Who has it</a:t>
            </a:r>
          </a:p>
          <a:p>
            <a:r>
              <a:rPr lang="en-US"/>
              <a:t xml:space="preserve">How often</a:t>
            </a:r>
          </a:p>
          <a:p>
            <a:r>
              <a:rPr lang="en-US"/>
              <a:t xml:space="preserve">What it costs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product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What it does</a:t>
            </a:r>
          </a:p>
          <a:p>
            <a:r>
              <a:rPr lang="en-US"/>
              <a:t xml:space="preserve">Why it is different</a:t>
            </a:r>
          </a:p>
          <a:p>
            <a:r>
              <a:rPr lang="en-US"/>
              <a:t xml:space="preserve">What it replaces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market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Who buys</a:t>
            </a:r>
          </a:p>
          <a:p>
            <a:r>
              <a:rPr lang="en-US"/>
              <a:t xml:space="preserve">How many</a:t>
            </a:r>
          </a:p>
          <a:p>
            <a:r>
              <a:rPr lang="en-US"/>
              <a:t xml:space="preserve">What they pay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ask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What you need</a:t>
            </a:r>
          </a:p>
          <a:p>
            <a:r>
              <a:rPr lang="en-US"/>
              <a:t xml:space="preserve">What it buys</a:t>
            </a:r>
          </a:p>
          <a:p>
            <a:r>
              <a:rPr lang="en-US"/>
              <a:t xml:space="preserve">What happens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tba">
  <a:themeElements>
    <a:clrScheme name="Rutba">
      <a:dk1>
        <a:sysClr val="windowText" lastClr="000000"/>
      </a:dk1>
      <a:lt1>
        <a:sysClr val="window" lastClr="FFFFFF"/>
      </a:lt1>
      <a:dk2>
        <a:srgbClr val="1F3864"/>
      </a:dk2>
      <a:lt2>
        <a:srgbClr val="EEF2F8"/>
      </a:lt2>
      <a:accent1>
        <a:srgbClr val="2B5FD9"/>
      </a:accent1>
      <a:accent2>
        <a:srgbClr val="0F9D58"/>
      </a:accent2>
      <a:accent3>
        <a:srgbClr val="E08B2B"/>
      </a:accent3>
      <a:accent4>
        <a:srgbClr val="C2408F"/>
      </a:accent4>
      <a:accent5>
        <a:srgbClr val="7B5CD6"/>
      </a:accent5>
      <a:accent6>
        <a:srgbClr val="3AAFA9"/>
      </a:accent6>
      <a:hlink>
        <a:srgbClr val="0563C1"/>
      </a:hlink>
      <a:folHlink>
        <a:srgbClr val="954F72"/>
      </a:folHlink>
    </a:clrScheme>
    <a:fontScheme name="Rutb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utba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Rutba Office</Application>
  <Slides>5</Slides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Pitch</dc:title>
  <dc:creator>Rutba Office</dc:creator>
  <cp:lastModifiedBy>Rutba Office</cp:lastModifiedBy>
  <dcterms:created xsi:type="dcterms:W3CDTF">2026-10-15T11:16:45Z</dcterms:created>
  <dcterms:modified xsi:type="dcterms:W3CDTF">2026-10-15T11:16:45Z</dcterms:modified>
</cp:coreProperties>
</file>