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12192000"/>
  <p:defaultTextStyle>
    <a:defPPr>
      <a:defRPr lang="en-US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35480"/>
            <a:ext cx="9144000" cy="15001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001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algn="l"/>
            <a:endParaRPr lang="en-US" sz="4400" b="1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838200" y="2202180"/>
            <a:ext cx="10515600" cy="3684270"/>
          </a:xfrm>
          <a:prstGeom prst="rect">
            <a:avLst/>
          </a:prstGeom>
        </p:spPr>
        <p:txBody>
          <a:bodyPr anchor="t"/>
          <a:lstStyle/>
          <a:p>
            <a:pPr algn="l"/>
            <a:endParaRPr 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4400" b="1">
          <a:solidFill>
            <a:schemeClr val="tx1"/>
          </a:solidFill>
          <a:latin typeface="+mj-lt"/>
        </a:defRPr>
      </a:lvl1pPr>
    </p:titleStyle>
    <p:bodyStyle>
      <a:lvl1pPr marL="342900" indent="-342900" algn="l">
        <a:buChar char="•"/>
        <a:defRPr sz="2000">
          <a:solidFill>
            <a:schemeClr val="tx1"/>
          </a:solidFill>
          <a:latin typeface="+mn-lt"/>
        </a:defRPr>
      </a:lvl1pPr>
      <a:lvl2pPr marL="685800" indent="-342900" algn="l">
        <a:buChar char="•"/>
        <a:defRPr sz="1800">
          <a:solidFill>
            <a:schemeClr val="tx1"/>
          </a:solidFill>
          <a:latin typeface="+mn-lt"/>
        </a:defRPr>
      </a:lvl2pPr>
      <a:lvl3pPr marL="1028700" indent="-342900" algn="l">
        <a:buChar char="•"/>
        <a:defRPr sz="1600">
          <a:solidFill>
            <a:schemeClr val="tx1"/>
          </a:solidFill>
          <a:latin typeface="+mn-lt"/>
        </a:defRPr>
      </a:lvl3pPr>
      <a:lvl4pPr marL="1371600" indent="-342900" algn="l">
        <a:buChar char="•"/>
        <a:defRPr sz="1400">
          <a:solidFill>
            <a:schemeClr val="tx1"/>
          </a:solidFill>
          <a:latin typeface="+mn-lt"/>
        </a:defRPr>
      </a:lvl4pPr>
      <a:lvl5pPr marL="1714500" indent="-342900" algn="l">
        <a:buChar char="•"/>
        <a:defRPr sz="1400">
          <a:solidFill>
            <a:schemeClr val="tx1"/>
          </a:solidFill>
          <a:latin typeface="+mn-lt"/>
        </a:defRPr>
      </a:lvl5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 xml:space="preserve">Quarterly review</a:t>
            </a:r>
          </a:p>
        </p:txBody>
      </p:sp>
      <p:sp>
        <p:nvSpPr>
          <p:cNvPr id="3" name="Content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 xml:space="preserve">Northwind, second quarter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Agenda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Results</a:t>
            </a:r>
          </a:p>
          <a:p>
            <a:r>
              <a:rPr lang="en-US"/>
              <a:t xml:space="preserve">Hiring</a:t>
            </a:r>
          </a:p>
          <a:p>
            <a:r>
              <a:rPr lang="en-US"/>
              <a:t xml:space="preserve">Next quarter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Results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Revenue up eight per cent</a:t>
            </a:r>
          </a:p>
          <a:p>
            <a:r>
              <a:rPr lang="en-US"/>
              <a:t xml:space="preserve">Two new customers</a:t>
            </a:r>
          </a:p>
          <a:p>
            <a:r>
              <a:rPr lang="en-US"/>
              <a:t xml:space="preserve">یہ اردو میں ایک جملہ ہے۔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tba">
  <a:themeElements>
    <a:clrScheme name="Rutba">
      <a:dk1>
        <a:sysClr val="windowText" lastClr="000000"/>
      </a:dk1>
      <a:lt1>
        <a:sysClr val="window" lastClr="FFFFFF"/>
      </a:lt1>
      <a:dk2>
        <a:srgbClr val="1F3864"/>
      </a:dk2>
      <a:lt2>
        <a:srgbClr val="EEF2F8"/>
      </a:lt2>
      <a:accent1>
        <a:srgbClr val="2B5FD9"/>
      </a:accent1>
      <a:accent2>
        <a:srgbClr val="0F9D58"/>
      </a:accent2>
      <a:accent3>
        <a:srgbClr val="E08B2B"/>
      </a:accent3>
      <a:accent4>
        <a:srgbClr val="C2408F"/>
      </a:accent4>
      <a:accent5>
        <a:srgbClr val="7B5CD6"/>
      </a:accent5>
      <a:accent6>
        <a:srgbClr val="3AAFA9"/>
      </a:accent6>
      <a:hlink>
        <a:srgbClr val="0563C1"/>
      </a:hlink>
      <a:folHlink>
        <a:srgbClr val="954F72"/>
      </a:folHlink>
    </a:clrScheme>
    <a:fontScheme name="Rutba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Rutba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9525" cap="flat">
          <a:solidFill>
            <a:schemeClr val="phClr"/>
          </a:solidFill>
          <a:prstDash val="solid"/>
        </a:ln>
        <a:ln w="9525" cap="flat">
          <a:solidFill>
            <a:schemeClr val="phClr"/>
          </a:solidFill>
          <a:prstDash val="solid"/>
        </a:ln>
        <a:ln w="9525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Rutba Office</Application>
  <Slides>3</Slides>
  <PresentationFormat>Widescreen</PresentationFormat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Quarterly review</dc:title>
  <dc:creator>Rutba Office</dc:creator>
  <cp:lastModifiedBy>Rutba Office</cp:lastModifiedBy>
  <dcterms:created xsi:type="dcterms:W3CDTF">2026-10-15T11:16:45Z</dcterms:created>
  <dcterms:modified xsi:type="dcterms:W3CDTF">2026-10-15T11:16:45Z</dcterms:modified>
</cp:coreProperties>
</file>